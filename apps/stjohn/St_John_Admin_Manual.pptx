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E3A5F"/>
                </a:solidFill>
              </a:defRPr>
            </a:pPr>
            <a:r>
              <a:t>St. John CMS Admin Manual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User Guide for Website Content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3A5F"/>
                </a:solidFill>
              </a:defRPr>
            </a:pPr>
            <a:r>
              <a:t>Accessing the Admin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1. Navigate to: /stjohn/admin</a:t>
            </a:r>
            <a:br/>
            <a:r>
              <a:t>2. Enter your credentials.</a:t>
            </a:r>
            <a:br/>
            <a:br/>
            <a:r>
              <a:t>Default Credentials:</a:t>
            </a:r>
            <a:br/>
            <a:r>
              <a:t>• Username: admin</a:t>
            </a:r>
            <a:br/>
            <a:r>
              <a:t>• Password: stjohn2024</a:t>
            </a:r>
            <a:br/>
            <a:br/>
            <a:r>
              <a:t>Note: You will stay logged in for 8 hours.</a:t>
            </a:r>
          </a:p>
        </p:txBody>
      </p:sp>
      <p:pic>
        <p:nvPicPr>
          <p:cNvPr id="5" name="Picture 4" descr="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6631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3A5F"/>
                </a:solidFill>
              </a:defRPr>
            </a:pPr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The Dashboard provides a quick snapshot of your site's content.</a:t>
            </a:r>
            <a:br/>
            <a:br/>
            <a:r>
              <a:t>Key Features:</a:t>
            </a:r>
            <a:br/>
            <a:r>
              <a:t>• Statistics Cards: View counts for Events, Ministries, etc.</a:t>
            </a:r>
            <a:br/>
            <a:r>
              <a:t>• Recent Activity: See the latest items added.</a:t>
            </a:r>
            <a:br/>
            <a:r>
              <a:t>• Quick Actions: One-click access to add common items.</a:t>
            </a:r>
            <a:br/>
            <a:r>
              <a:t>• Navigation: Use the sidebar (left) to access all sections.</a:t>
            </a:r>
          </a:p>
        </p:txBody>
      </p:sp>
      <p:pic>
        <p:nvPicPr>
          <p:cNvPr id="5" name="Picture 4" descr="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6631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3A5F"/>
                </a:solidFill>
              </a:defRPr>
            </a:pPr>
            <a:r>
              <a:t>Managing Worship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Go to 'Worship Services' in the sidebar to see all services.</a:t>
            </a:r>
            <a:br/>
            <a:br/>
            <a:r>
              <a:t>This list shows:</a:t>
            </a:r>
            <a:br/>
            <a:r>
              <a:t>• Day &amp; Time</a:t>
            </a:r>
            <a:br/>
            <a:r>
              <a:t>• Status (Active/Inactive)</a:t>
            </a:r>
            <a:br/>
            <a:r>
              <a:t>• Livestream Status</a:t>
            </a:r>
            <a:br/>
            <a:br/>
            <a:r>
              <a:t>Click 'Edit' to modify or 'Delete' to remove.</a:t>
            </a:r>
          </a:p>
        </p:txBody>
      </p:sp>
      <p:pic>
        <p:nvPicPr>
          <p:cNvPr id="5" name="Picture 4" descr="service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19384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3A5F"/>
                </a:solidFill>
              </a:defRPr>
            </a:pPr>
            <a:r>
              <a:t>Service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When adding/editing a service:</a:t>
            </a:r>
            <a:br/>
            <a:br/>
            <a:r>
              <a:t>• Name: E.g., 'Contemporary Service'</a:t>
            </a:r>
            <a:br/>
            <a:r>
              <a:t>• Sort Order: Lower numbers appear first.</a:t>
            </a:r>
            <a:br/>
            <a:r>
              <a:t>• Bulletin URL: Upload the weekly PDF here.</a:t>
            </a:r>
            <a:br/>
            <a:r>
              <a:t>• Livestream: Enable to show the 'Watch Live' badge.</a:t>
            </a:r>
            <a:br/>
            <a:r>
              <a:t>• Description: Add notes or details.</a:t>
            </a:r>
          </a:p>
        </p:txBody>
      </p:sp>
      <p:pic>
        <p:nvPicPr>
          <p:cNvPr id="5" name="Picture 4" descr="service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36358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3A5F"/>
                </a:solidFill>
              </a:defRPr>
            </a:pPr>
            <a:r>
              <a:t>Events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The Events section manages all upcoming activities.</a:t>
            </a:r>
            <a:br/>
            <a:br/>
            <a:r>
              <a:t>• Events are displayed in cards.</a:t>
            </a:r>
            <a:br/>
            <a:r>
              <a:t>• Use 'Sign Up' links for external forms (e.g. SignUpGenius).</a:t>
            </a:r>
          </a:p>
        </p:txBody>
      </p:sp>
      <p:pic>
        <p:nvPicPr>
          <p:cNvPr id="5" name="Picture 4" descr="event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35425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3A5F"/>
                </a:solidFill>
              </a:defRPr>
            </a:pPr>
            <a:r>
              <a:t>Creating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• Title: The headline of the event.</a:t>
            </a:r>
            <a:br/>
            <a:r>
              <a:t>• Image: Upload a promotional image (JPG/PNG).</a:t>
            </a:r>
            <a:br/>
            <a:r>
              <a:t>• Category: Appears as a badge (e.g. 'Youth', 'Worship').</a:t>
            </a:r>
            <a:br/>
            <a:r>
              <a:t>• Sign-Up URL: The destination for the 'Sign Up' button.</a:t>
            </a:r>
            <a:br/>
            <a:r>
              <a:t>• Details URL: Alternative for 'Learn More' link.</a:t>
            </a:r>
          </a:p>
        </p:txBody>
      </p:sp>
      <p:pic>
        <p:nvPicPr>
          <p:cNvPr id="5" name="Picture 4" descr="even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47191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3A5F"/>
                </a:solidFill>
              </a:defRPr>
            </a:pPr>
            <a:r>
              <a:t>Ministries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Go to 'Ministries' to manage the diverse groups.</a:t>
            </a:r>
            <a:br/>
            <a:br/>
            <a:r>
              <a:t>• Icons: Uses Material Design icons (e.g., 'groups', 'music_note').</a:t>
            </a:r>
            <a:br/>
            <a:r>
              <a:t>• Page URL: Link to a detailed internal page or external site.</a:t>
            </a:r>
          </a:p>
        </p:txBody>
      </p:sp>
      <p:pic>
        <p:nvPicPr>
          <p:cNvPr id="5" name="Picture 4" descr="ministrie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55292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3A5F"/>
                </a:solidFill>
              </a:defRPr>
            </a:pPr>
            <a:r>
              <a:t>Asset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The Asset Library allows you to manage uploaded files.</a:t>
            </a:r>
            <a:br/>
            <a:br/>
            <a:r>
              <a:t>• Upload Once, Use Everywhere.</a:t>
            </a:r>
            <a:br/>
            <a:r>
              <a:t>• Click on an asset to copy its URL.</a:t>
            </a:r>
            <a:br/>
            <a:r>
              <a:t>• Supports images and PDFs.</a:t>
            </a:r>
          </a:p>
        </p:txBody>
      </p:sp>
      <p:pic>
        <p:nvPicPr>
          <p:cNvPr id="5" name="Picture 4" descr="asset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80045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3A5F"/>
                </a:solidFill>
              </a:defRPr>
            </a:pPr>
            <a:r>
              <a:t>Liturgical Theme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Change the site's color scheme.</a:t>
            </a:r>
            <a:br/>
            <a:br/>
            <a:r>
              <a:t>• Select a season (Advent, Lent, etc.).</a:t>
            </a:r>
            <a:br/>
            <a:r>
              <a:t>• Click 'Update Theme'.</a:t>
            </a:r>
            <a:br/>
            <a:r>
              <a:t>• Changes are applied immediately to headers and buttons.</a:t>
            </a:r>
          </a:p>
        </p:txBody>
      </p:sp>
      <p:pic>
        <p:nvPicPr>
          <p:cNvPr id="5" name="Picture 4" descr="theme_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6162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